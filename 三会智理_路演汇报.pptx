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三会智理 (AI Governance System)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 AI 驱动的企业会务自动化与合规审查平台</a:t>
            </a:r>
          </a:p>
          <a:p>
            <a:r>
              <a:t>10分钟路演汇报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行业痛点与产品使命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企业痛点：</a:t>
            </a:r>
          </a:p>
          <a:p>
            <a:pPr lvl="1">
              <a:defRPr sz="2200"/>
            </a:pPr>
            <a:r>
              <a:t>- “三会”（股东会、董事会、监事会）管理高度依赖人工，流程繁杂。</a:t>
            </a:r>
          </a:p>
          <a:p>
            <a:pPr lvl="1">
              <a:defRPr sz="2200"/>
            </a:pPr>
            <a:r>
              <a:t>- 合规业务容错率极低，轻度法律偏差可能造成重大损失。</a:t>
            </a:r>
          </a:p>
          <a:p>
            <a:pPr lvl="1">
              <a:defRPr sz="2200"/>
            </a:pPr>
            <a:r>
              <a:t>- 现有纯大模型产品存在“捏造法条”等幻觉问题，无法直接用于法律审查。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产品使命：</a:t>
            </a:r>
          </a:p>
          <a:p>
            <a:pPr lvl="1">
              <a:defRPr sz="2200"/>
            </a:pPr>
            <a:r>
              <a:t>- 将重复繁琐的会务文件自动化生成。</a:t>
            </a:r>
          </a:p>
          <a:p>
            <a:pPr lvl="1">
              <a:defRPr sz="2200"/>
            </a:pPr>
            <a:r>
              <a:t>- 将严谨合规交予规则引擎进行“零黑箱”审查。</a:t>
            </a:r>
          </a:p>
          <a:p>
            <a:pPr lvl="1">
              <a:defRPr sz="2200"/>
            </a:pPr>
            <a:r>
              <a:t>- 深度融入飞书生态，极大提升协同通信效率。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核心产出模块：文书中心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提供全场景自动化合规档案：</a:t>
            </a:r>
          </a:p>
          <a:p>
            <a:pPr lvl="1">
              <a:defRPr sz="2200"/>
            </a:pPr>
            <a:r>
              <a:t>- 涵盖会议通知、议程、签到表、决议、纪要、公告等多种类型。</a:t>
            </a:r>
          </a:p>
          <a:p>
            <a:pPr lvl="1">
              <a:defRPr sz="2200"/>
            </a:pPr>
            <a:r>
              <a:t>- 支持在线编辑、实时预览与一键导出 (Word/PDF)。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智能联动与批量渲染：</a:t>
            </a:r>
          </a:p>
          <a:p>
            <a:pPr lvl="1">
              <a:defRPr sz="2200"/>
            </a:pPr>
            <a:r>
              <a:t>- 与录音工作台联动：飞书纪要一键导入归档。</a:t>
            </a:r>
          </a:p>
          <a:p>
            <a:pPr lvl="1">
              <a:defRPr sz="2200"/>
            </a:pPr>
            <a:r>
              <a:t>- 结合飞书会议数据批量渲染：股东会9份文书，董/监事会各6份文书打包下载。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核心壁垒：双通道合规审查架构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针对 AI 幻觉专门设计的隔离式双通道审查：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通道一：大模型自由文本分析 (基于 Gemini)</a:t>
            </a:r>
          </a:p>
          <a:p>
            <a:pPr lvl="1">
              <a:defRPr sz="2200"/>
            </a:pPr>
            <a:r>
              <a:t>- 快速生成高可读性的整体合规综合报告。</a:t>
            </a:r>
          </a:p>
          <a:p>
            <a:pPr lvl="1">
              <a:defRPr sz="2200"/>
            </a:pPr>
            <a:r>
              <a:t>- 帮助管理层快速了解会议整体风险情况。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通道二：非大模型原生规则引擎 (核心防线)</a:t>
            </a:r>
          </a:p>
          <a:p>
            <a:pPr lvl="1">
              <a:defRPr sz="2200"/>
            </a:pPr>
            <a:r>
              <a:t>- 完全不依赖大模型，利用规则引擎化解幻觉风险。</a:t>
            </a:r>
          </a:p>
          <a:p>
            <a:pPr lvl="1">
              <a:defRPr sz="2200"/>
            </a:pPr>
            <a:r>
              <a:t>- 基于明确条件和逻辑树进行极严谨的法律风险拦截。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规则引擎深度解析与审查透明化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确定的事实提取与法规匹配：</a:t>
            </a:r>
          </a:p>
          <a:p>
            <a:pPr lvl="1">
              <a:defRPr sz="2200"/>
            </a:pPr>
            <a:r>
              <a:t>- 精准提取：公司名称、会议类型、召开日期、通知期限、出席与表决情况等。</a:t>
            </a:r>
          </a:p>
          <a:p>
            <a:pPr lvl="1">
              <a:defRPr sz="2200"/>
            </a:pPr>
            <a:r>
              <a:t>- 对照《公司法》条款生成 0-100 分量化合规指数。</a:t>
            </a:r>
          </a:p>
          <a:p>
            <a:pPr lvl="1">
              <a:defRPr sz="2200"/>
            </a:pPr>
            <a:r>
              <a:t>- “无法判断”原则：缺一项信息即刻阻断，拒绝黑箱编造。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审查过程完全透明：</a:t>
            </a:r>
          </a:p>
          <a:p>
            <a:pPr lvl="1">
              <a:defRPr sz="2200"/>
            </a:pPr>
            <a:r>
              <a:t>- 展开完整的推理链条：文件解析 -&gt; 要素提取 -&gt; 法规匹配 -&gt; 交叉核验。</a:t>
            </a:r>
          </a:p>
          <a:p>
            <a:pPr lvl="1">
              <a:defRPr sz="2200"/>
            </a:pPr>
            <a:r>
              <a:t>- 与飞书议案、纪要等字段做穿透式交叉比对。</a:t>
            </a:r>
          </a:p>
          <a:p>
            <a:pPr lvl="1">
              <a:defRPr sz="2200"/>
            </a:pPr>
            <a:r>
              <a:t>- 风险项化作独立预警卡片，以色彩区分严重程度。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智能与会人员矩阵管理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全生命周期人员管理：</a:t>
            </a:r>
          </a:p>
          <a:p>
            <a:pPr lvl="1">
              <a:defRPr sz="2200"/>
            </a:pPr>
            <a:r>
              <a:t>- 管理董监高及股东完整信息，含任期、独立性声明及持股比例。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自动化风控卡点：</a:t>
            </a:r>
          </a:p>
          <a:p>
            <a:pPr lvl="1">
              <a:defRPr sz="2200"/>
            </a:pPr>
            <a:r>
              <a:t>- 职位冲突拦截：如董事、高管兼任监事时即时弹窗预警。</a:t>
            </a:r>
          </a:p>
          <a:p>
            <a:pPr lvl="1">
              <a:defRPr sz="2200"/>
            </a:pPr>
            <a:r>
              <a:t>- 监管比例计算：自动比对 33% 的独立董事合规基线要求。</a:t>
            </a:r>
          </a:p>
          <a:p>
            <a:pPr lvl="1">
              <a:defRPr sz="2200"/>
            </a:pPr>
            <a:r>
              <a:t>- 动态任期预警：依据剩余天数进行颜色分级提示，规避履职风险。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技术底座：前端交互与极致体验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技术栈：React + Vite + Tailwind CSS (McKinsey Style)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纯前端能力深度挖掘：</a:t>
            </a:r>
          </a:p>
          <a:p>
            <a:pPr lvl="1">
              <a:defRPr sz="2200"/>
            </a:pPr>
            <a:r>
              <a:t>- 降低服务端压力：借助 docx.js 直接在浏览器端生成表决票等文件。</a:t>
            </a:r>
          </a:p>
          <a:p>
            <a:pPr lvl="1">
              <a:defRPr sz="2200"/>
            </a:pPr>
            <a:r>
              <a:t>- 高性能交互：基于 localStorage 的前端缓存预判（提前10天日程提醒）。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全局化模块设计：</a:t>
            </a:r>
          </a:p>
          <a:p>
            <a:pPr lvl="1">
              <a:defRPr sz="2200"/>
            </a:pPr>
            <a:r>
              <a:t>- 仪表盘、会议管理、录音工作台等八大独立解耦组件。</a:t>
            </a:r>
          </a:p>
          <a:p>
            <a:pPr lvl="1">
              <a:defRPr sz="2200"/>
            </a:pPr>
            <a:r>
              <a:t>- 支持全系统级别的文书和法规“全局模糊搜索”。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技术底座：后端引擎与容错降级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基于 Node.js 的高可用服务端：</a:t>
            </a:r>
          </a:p>
          <a:p>
            <a:pPr lvl="1">
              <a:defRPr sz="2200"/>
            </a:pPr>
            <a:r>
              <a:t>- 前后端同进程 Express 部署 (端口 3001)。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强韧的飞书接入层：</a:t>
            </a:r>
          </a:p>
          <a:p>
            <a:pPr lvl="1">
              <a:defRPr sz="2200"/>
            </a:pPr>
            <a:r>
              <a:t>- Token 全局管理，多维表格表名动态匹配与环境变量手动兜底策略。</a:t>
            </a:r>
          </a:p>
          <a:p>
            <a:pPr lvl="1">
              <a:defRPr sz="2200"/>
            </a:pPr>
            <a:r>
              <a:t>- 六大核心业务表（人员、会议、股东、文书等）数据结构彻底归一化。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外部 API 容错降级机制：</a:t>
            </a:r>
          </a:p>
          <a:p>
            <a:pPr lvl="1">
              <a:defRPr sz="2200"/>
            </a:pPr>
            <a:r>
              <a:t>- 议案生成采用轻量级 Fetch 封装，遇大模型波动时自动降级至内置示例。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全面融合飞书办公生态与沉淀知识库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生态无缝集成：</a:t>
            </a:r>
          </a:p>
          <a:p>
            <a:pPr lvl="1">
              <a:defRPr sz="2200"/>
            </a:pPr>
            <a:r>
              <a:t>- 飞书多维表格与云空间作为主数据源。</a:t>
            </a:r>
          </a:p>
          <a:p>
            <a:pPr lvl="1">
              <a:defRPr sz="2200"/>
            </a:pPr>
            <a:r>
              <a:t>- 接入飞书妙记并实现自动化回调写回。</a:t>
            </a:r>
          </a:p>
          <a:p>
            <a:pPr lvl="1">
              <a:defRPr sz="2200"/>
            </a:pPr>
            <a:r>
              <a:t>- 自研 HMAC-SHA256 加密鉴权算法保障数据交互安全。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深厚的私有数据资产储备：</a:t>
            </a:r>
          </a:p>
          <a:p>
            <a:pPr lvl="1">
              <a:defRPr sz="2200"/>
            </a:pPr>
            <a:r>
              <a:t>- 文书底库：23 个前端 XML 模板涵盖 9 种会议与 14 种制度类公文。</a:t>
            </a:r>
          </a:p>
          <a:p>
            <a:pPr lvl="1">
              <a:defRPr sz="2200"/>
            </a:pPr>
            <a:r>
              <a:t>- 法规知识库：375 份结构化本地法规脚本扫描生成，支持 RAG 向量化检索。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总结与愿景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业务成效：</a:t>
            </a:r>
          </a:p>
          <a:p>
            <a:pPr lvl="1">
              <a:defRPr sz="2200"/>
            </a:pPr>
            <a:r>
              <a:t>- 以技术消灭重复劳作，让行政法务专注核心价值。</a:t>
            </a:r>
          </a:p>
          <a:p>
            <a:pPr lvl="1">
              <a:defRPr sz="2200"/>
            </a:pPr>
            <a:r>
              <a:t>- 将合规审查透明化、规则化，彻底终结“盲盒式”法务审核风险。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未来展望：</a:t>
            </a:r>
          </a:p>
          <a:p>
            <a:pPr lvl="1">
              <a:defRPr sz="2200"/>
            </a:pPr>
            <a:r>
              <a:t>- 持续深化多智能体（Multi-Agent）与系统协同深度。</a:t>
            </a:r>
          </a:p>
          <a:p>
            <a:pPr lvl="1">
              <a:defRPr sz="2200"/>
            </a:pPr>
            <a:r>
              <a:t>- 打造业界领先的企业治理数字化标杆平台。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感谢评委老师们的聆听，欢迎批评指正！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